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Interactive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Overview for Sales &amp; Profit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 show Total Sales, Profit &amp; Margin.</a:t>
            </a:r>
          </a:p>
          <a:p>
            <a:r>
              <a:t>• Sales Trend chart highlights monthly growth.</a:t>
            </a:r>
          </a:p>
          <a:p>
            <a:r>
              <a:t>• Region-wise donut chart shows performance.</a:t>
            </a:r>
          </a:p>
          <a:p>
            <a:r>
              <a:t>• Category bar chart identifies top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regions with highest profit.</a:t>
            </a:r>
          </a:p>
          <a:p>
            <a:r>
              <a:t>• Improve stock levels during peak months.</a:t>
            </a:r>
          </a:p>
          <a:p>
            <a:r>
              <a:t>• Boost marketing for low-performing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